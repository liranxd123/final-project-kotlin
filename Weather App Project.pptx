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Inter" panose="020B0604020202020204" charset="0"/>
      <p:regular r:id="rId9"/>
      <p:bold r:id="rId10"/>
      <p:italic r:id="rId11"/>
      <p:boldItalic r:id="rId12"/>
    </p:embeddedFont>
    <p:embeddedFont>
      <p:font typeface="Poppins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2" y="6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9.png"/><Relationship Id="rId10" Type="http://schemas.openxmlformats.org/officeDocument/2006/relationships/image" Target="../media/image19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295275" y="2170807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Final Project </a:t>
            </a:r>
            <a:r>
              <a:rPr lang="en-US" sz="5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Weather App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115567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modern, reactive weather and air quality monitoring application built natively for Android.</a:t>
            </a:r>
            <a:endParaRPr dirty="0"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7D9C794C-F94C-4824-F851-2497238E47A0}"/>
              </a:ext>
            </a:extLst>
          </p:cNvPr>
          <p:cNvSpPr txBox="1"/>
          <p:nvPr/>
        </p:nvSpPr>
        <p:spPr>
          <a:xfrm>
            <a:off x="1029049" y="4526315"/>
            <a:ext cx="731799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Presented by: Liran Cordova, Or Rodrigez, Or Zuka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66354"/>
            <a:ext cx="3492549" cy="348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266354"/>
            <a:ext cx="3492549" cy="348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266354"/>
            <a:ext cx="3492549" cy="348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Project Summary &amp; </a:t>
            </a:r>
            <a:r>
              <a:rPr lang="en-US" sz="33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Purpose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3390304"/>
            <a:ext cx="296708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Core Summary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3866554"/>
            <a:ext cx="2825799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Android application providing real-time weather data, detailed 5-day forecasts, and air quality (pollution) information powered by the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OpenWeatherMap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4683174" y="3390304"/>
            <a:ext cx="296708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Primary Purpose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83174" y="3866554"/>
            <a:ext cx="2825799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Offer users a clean interface to monitor their local environment and manage favorite global locations for quick access.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8461474" y="3390304"/>
            <a:ext cx="296708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Target Audience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61474" y="3866554"/>
            <a:ext cx="2825799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Designed for general mobile users, frequent travelers, and health-conscious individuals who need reliable monitoring of varying air quality levels.</a:t>
            </a:r>
            <a:endParaRPr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2685454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3174" y="268545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1474" y="2685454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71650"/>
            <a:ext cx="3492549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771650"/>
            <a:ext cx="3492549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771650"/>
            <a:ext cx="3492549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6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App Screen </a:t>
            </a:r>
            <a:r>
              <a:rPr lang="en-US" sz="33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Flow (1/2)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5295900"/>
            <a:ext cx="326712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Home Fragment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5657850"/>
            <a:ext cx="311154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Displays current temperature, core weather conditions, and main quick actions.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4540299" y="5295900"/>
            <a:ext cx="326712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Forecast Fragment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40299" y="5657850"/>
            <a:ext cx="311154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Shows a detailed, scrollable list of the next 5 days predicted weather.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8318599" y="5295900"/>
            <a:ext cx="326712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Pollution Fragment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318599" y="5657850"/>
            <a:ext cx="311154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Detailed breakdown of the AQI (Air Quality Index) and specific pollutant metrics.</a:t>
            </a:r>
            <a:endParaRPr dirty="0"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53435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40299" y="53435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18599" y="53435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title="Screenshot_20260526_192307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34520" y="1971062"/>
            <a:ext cx="2174493" cy="3175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title="Screenshot_20260526_19281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86616" y="2008675"/>
            <a:ext cx="2174492" cy="3137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title="Screenshot_20260526_194621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864916" y="1965078"/>
            <a:ext cx="2174492" cy="313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71650"/>
            <a:ext cx="3492549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771650"/>
            <a:ext cx="3492549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771650"/>
            <a:ext cx="3492549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App Screen </a:t>
            </a:r>
            <a:r>
              <a:rPr lang="en-US" sz="33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Flow (2/2)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5295900"/>
            <a:ext cx="3267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Forecast Fragment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5657850"/>
            <a:ext cx="311160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dynamic weather forecast list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4540299" y="5295900"/>
            <a:ext cx="326712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Favorites Fragment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540299" y="5657850"/>
            <a:ext cx="311154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list of saved cities stored in the local Room database for quick access.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8318599" y="5295900"/>
            <a:ext cx="326712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Settings Fragment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318599" y="5657850"/>
            <a:ext cx="311154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Options for unit toggling (Celsius/Fahrenheit) and notification preferences.</a:t>
            </a:r>
            <a:endParaRPr dirty="0"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53435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40299" y="53435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18599" y="53435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title="Screenshot_20260526_19281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50394" y="1837941"/>
            <a:ext cx="2134466" cy="3182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title="Screenshot_20260526_192859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08753" y="1841495"/>
            <a:ext cx="2174493" cy="3175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title="Screenshot_20260526_192916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807140" y="1837941"/>
            <a:ext cx="2134466" cy="3176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724025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34081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Project </a:t>
            </a:r>
            <a:r>
              <a:rPr lang="en-US" sz="33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 dirty="0"/>
          </a:p>
        </p:txBody>
      </p:sp>
      <p:sp>
        <p:nvSpPr>
          <p:cNvPr id="155" name="Google Shape;155;p17"/>
          <p:cNvSpPr/>
          <p:nvPr/>
        </p:nvSpPr>
        <p:spPr>
          <a:xfrm>
            <a:off x="571500" y="610344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904875" y="1010394"/>
            <a:ext cx="4953000" cy="96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MVVM Pattern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Utilizes Model-View-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ViewModel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separate UI components from business logic and data state.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904875" y="2441815"/>
            <a:ext cx="4953000" cy="96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Dependency Injection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Implements Dagger-Hilt for modular, scalable, and easily testable code architecture.</a:t>
            </a:r>
            <a:endParaRPr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904875" y="3775018"/>
            <a:ext cx="4953000" cy="96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Remote Data Flow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Retrofit handles fetching structured JSON data from the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OpenWeatherMap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REST API.</a:t>
            </a:r>
            <a:endParaRPr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904875" y="5108221"/>
            <a:ext cx="4953000" cy="96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Local Data Flow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Room Persistence Library securely caches data for offline access and manages Favorites.</a:t>
            </a:r>
            <a:endParaRPr dirty="0"/>
          </a:p>
        </p:txBody>
      </p:sp>
      <p:pic>
        <p:nvPicPr>
          <p:cNvPr id="161" name="Google Shape;16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5575" y="1733550"/>
            <a:ext cx="4943475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04373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7515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08356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14155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72175" y="1047750"/>
            <a:ext cx="5998150" cy="52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/>
        </p:nvSpPr>
        <p:spPr>
          <a:xfrm>
            <a:off x="571500" y="466725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External </a:t>
            </a:r>
            <a:r>
              <a:rPr lang="en-US" sz="33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Libraries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71500" y="1628775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285875" y="1866900"/>
            <a:ext cx="43815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Networking (Retrofit &amp; Gson)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Handles asynchronous API communication and JSON serialization robustly.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6286500" y="1628775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7000875" y="1866900"/>
            <a:ext cx="43815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Database (Room)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Provides an abstraction layer over SQLite for smooth local data storage.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3343275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1285875" y="3581400"/>
            <a:ext cx="43815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Injection (Dagger-Hilt)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Manages lifecycle-aware dependency injection automatically across the app.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6286500" y="3343275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7000875" y="3581400"/>
            <a:ext cx="43815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Loading (Glide)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Efficiently fetches and caches high-quality weather icons from the web.</a:t>
            </a:r>
            <a:endParaRPr dirty="0"/>
          </a:p>
        </p:txBody>
      </p:sp>
      <p:sp>
        <p:nvSpPr>
          <p:cNvPr id="182" name="Google Shape;182;p18"/>
          <p:cNvSpPr/>
          <p:nvPr/>
        </p:nvSpPr>
        <p:spPr>
          <a:xfrm>
            <a:off x="3429000" y="5057775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4143375" y="5295900"/>
            <a:ext cx="43815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Background Tasks (</a:t>
            </a:r>
            <a:r>
              <a:rPr lang="en-US" sz="13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WorkManager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Ensures scheduled weather updates execute reliably even if the app is closed.</a:t>
            </a:r>
            <a:endParaRPr dirty="0"/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1857375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1857375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" y="3571875"/>
            <a:ext cx="2286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4625" y="3571875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67125" y="5286375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348</Words>
  <Application>Microsoft Office PowerPoint</Application>
  <PresentationFormat>Widescreen</PresentationFormat>
  <Paragraphs>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Inter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Liran</dc:creator>
  <cp:lastModifiedBy>Or Rodrigez</cp:lastModifiedBy>
  <cp:revision>4</cp:revision>
  <dcterms:modified xsi:type="dcterms:W3CDTF">2026-06-19T11:27:29Z</dcterms:modified>
</cp:coreProperties>
</file>