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Inter" panose="020B0604020202020204" charset="0"/>
      <p:regular r:id="rId13"/>
      <p:bold r:id="rId14"/>
      <p:italic r:id="rId15"/>
      <p:boldItalic r:id="rId16"/>
    </p:embeddedFont>
    <p:embeddedFont>
      <p:font typeface="Poppins" panose="000005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16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8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1.png"/><Relationship Id="rId5" Type="http://schemas.openxmlformats.org/officeDocument/2006/relationships/image" Target="../media/image10.png"/><Relationship Id="rId10" Type="http://schemas.openxmlformats.org/officeDocument/2006/relationships/image" Target="../media/image20.png"/><Relationship Id="rId4" Type="http://schemas.openxmlformats.org/officeDocument/2006/relationships/image" Target="../media/image9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0" Type="http://schemas.openxmlformats.org/officeDocument/2006/relationships/image" Target="../media/image49.jp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64275" y="4203604"/>
            <a:ext cx="6063449" cy="567898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2170807"/>
            <a:ext cx="11601450" cy="754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Final Project </a:t>
            </a:r>
            <a:r>
              <a:rPr lang="en-US" sz="54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Weather App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286000" y="3115567"/>
            <a:ext cx="7620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 modern, reactive weather and air quality monitoring application built natively for Android.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048250" y="4258567"/>
            <a:ext cx="104775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94A3B8"/>
                </a:solidFill>
                <a:latin typeface="Inter"/>
                <a:ea typeface="Inter"/>
                <a:sym typeface="Inter"/>
              </a:rPr>
              <a:t>Liran Cordova, Or Rodrigez, Or Zuka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6986587" y="4334767"/>
            <a:ext cx="11906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[Current Date]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266354"/>
            <a:ext cx="3492549" cy="348734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2266354"/>
            <a:ext cx="3492549" cy="348734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2266354"/>
            <a:ext cx="3492549" cy="348734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571500" y="571500"/>
            <a:ext cx="11601450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Project Summary &amp; </a:t>
            </a:r>
            <a:r>
              <a:rPr lang="en-US" sz="33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Purpose</a:t>
            </a:r>
            <a:endParaRPr/>
          </a:p>
        </p:txBody>
      </p:sp>
      <p:sp>
        <p:nvSpPr>
          <p:cNvPr id="97" name="Google Shape;97;p14"/>
          <p:cNvSpPr/>
          <p:nvPr/>
        </p:nvSpPr>
        <p:spPr>
          <a:xfrm>
            <a:off x="571500" y="1333500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904875" y="3390304"/>
            <a:ext cx="2967089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Core Summary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04875" y="3866554"/>
            <a:ext cx="2825799" cy="1553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An Android application providing real-time weather data, detailed 5-day forecasts, and critical air quality (pollution) information seamlessly powered by the OpenWeatherMap API.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4683174" y="3390304"/>
            <a:ext cx="2967089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Primary Purpose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4683174" y="3866554"/>
            <a:ext cx="2825799" cy="1294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To offer users a clean, distraction-free, and ad-free interface to monitor their local environment and seamlessly manage favorite global locations for quick access.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8461474" y="3390304"/>
            <a:ext cx="2967089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Target Audience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8461474" y="3866554"/>
            <a:ext cx="2825799" cy="12948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Designed for general mobile users, frequent travelers, and health-conscious individuals who need reliable, at-a-glance monitoring of varying air quality levels.</a:t>
            </a:r>
            <a:endParaRPr/>
          </a:p>
        </p:txBody>
      </p:sp>
      <p:pic>
        <p:nvPicPr>
          <p:cNvPr id="104" name="Google Shape;104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4875" y="2685454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83174" y="2685454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61474" y="2685454"/>
            <a:ext cx="5715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771650"/>
            <a:ext cx="3492549" cy="447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1771650"/>
            <a:ext cx="3492549" cy="447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1771650"/>
            <a:ext cx="3492549" cy="447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571500" y="571500"/>
            <a:ext cx="11601600" cy="6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App Screen </a:t>
            </a:r>
            <a:r>
              <a:rPr lang="en-US" sz="33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Flow (1/2)</a:t>
            </a:r>
            <a:endParaRPr/>
          </a:p>
        </p:txBody>
      </p:sp>
      <p:sp>
        <p:nvSpPr>
          <p:cNvPr id="115" name="Google Shape;115;p15"/>
          <p:cNvSpPr/>
          <p:nvPr/>
        </p:nvSpPr>
        <p:spPr>
          <a:xfrm>
            <a:off x="571500" y="1333500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62000" y="5295900"/>
            <a:ext cx="326712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90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Home Fragment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762000" y="5657850"/>
            <a:ext cx="311154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Displays current temperature, core weather conditions, and main quick actions.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4540299" y="5295900"/>
            <a:ext cx="326712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14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Forecast Fragment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4540299" y="5657850"/>
            <a:ext cx="311154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Shows a detailed, scrollable list of the next 5 days' predicted weather.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8318599" y="5295900"/>
            <a:ext cx="326712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81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Pollution Fragment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8318599" y="5657850"/>
            <a:ext cx="311154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Detailed breakdown of the AQI (Air Quality Index) and specific pollutant metrics.</a:t>
            </a:r>
            <a:endParaRPr/>
          </a:p>
        </p:txBody>
      </p:sp>
      <p:pic>
        <p:nvPicPr>
          <p:cNvPr id="122" name="Google Shape;122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5343525"/>
            <a:ext cx="2190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40299" y="5343525"/>
            <a:ext cx="17145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18599" y="5343525"/>
            <a:ext cx="23812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title="Screenshot_20260526_192307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81075" y="1352550"/>
            <a:ext cx="2731775" cy="375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 title="Screenshot_20260526_19281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711750" y="1352550"/>
            <a:ext cx="2731775" cy="375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 title="Screenshot_20260526_194621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479300" y="1352550"/>
            <a:ext cx="2731775" cy="37528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771650"/>
            <a:ext cx="3492549" cy="447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1771650"/>
            <a:ext cx="3492549" cy="447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1771650"/>
            <a:ext cx="3492549" cy="447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571500" y="571500"/>
            <a:ext cx="11601450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App Screen </a:t>
            </a:r>
            <a:r>
              <a:rPr lang="en-US" sz="33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Flow (2/2)</a:t>
            </a:r>
            <a:endParaRPr/>
          </a:p>
        </p:txBody>
      </p:sp>
      <p:sp>
        <p:nvSpPr>
          <p:cNvPr id="136" name="Google Shape;136;p16"/>
          <p:cNvSpPr/>
          <p:nvPr/>
        </p:nvSpPr>
        <p:spPr>
          <a:xfrm>
            <a:off x="571500" y="1333500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762000" y="5295900"/>
            <a:ext cx="3267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Forecast Fragment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762000" y="5657850"/>
            <a:ext cx="3111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 dynamic weather forecast list seamlessly managed using ViewModel and Hilt.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39" name="Google Shape;139;p16"/>
          <p:cNvSpPr txBox="1"/>
          <p:nvPr/>
        </p:nvSpPr>
        <p:spPr>
          <a:xfrm>
            <a:off x="4540299" y="5295900"/>
            <a:ext cx="326712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90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Favorites Fragment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4540299" y="5657850"/>
            <a:ext cx="311154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 list of saved cities securely stored in the local Room database for quick access.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8318599" y="5295900"/>
            <a:ext cx="326712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Settings Fragment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8318599" y="5657850"/>
            <a:ext cx="311154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Options for unit toggling (Celsius/Fahrenheit) and notification preferences.</a:t>
            </a:r>
            <a:endParaRPr/>
          </a:p>
        </p:txBody>
      </p:sp>
      <p:pic>
        <p:nvPicPr>
          <p:cNvPr id="143" name="Google Shape;143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5343525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40299" y="5343525"/>
            <a:ext cx="2190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18599" y="5343525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6" title="Screenshot_20260526_192810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52500" y="1352550"/>
            <a:ext cx="2757050" cy="375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6" title="Screenshot_20260526_192859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759375" y="1333500"/>
            <a:ext cx="2757050" cy="3771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 title="Screenshot_20260526_192916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509100" y="1333500"/>
            <a:ext cx="2757050" cy="3771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724025"/>
            <a:ext cx="5286375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7"/>
          <p:cNvSpPr txBox="1"/>
          <p:nvPr/>
        </p:nvSpPr>
        <p:spPr>
          <a:xfrm>
            <a:off x="571500" y="34081"/>
            <a:ext cx="11601450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Project </a:t>
            </a:r>
            <a:r>
              <a:rPr lang="en-US" sz="3300" b="1" i="0" u="none" strike="noStrike" cap="none" dirty="0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Architecture</a:t>
            </a:r>
            <a:endParaRPr dirty="0"/>
          </a:p>
        </p:txBody>
      </p:sp>
      <p:sp>
        <p:nvSpPr>
          <p:cNvPr id="155" name="Google Shape;155;p17"/>
          <p:cNvSpPr/>
          <p:nvPr/>
        </p:nvSpPr>
        <p:spPr>
          <a:xfrm>
            <a:off x="571500" y="610344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904875" y="1010394"/>
            <a:ext cx="4953000" cy="961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MVVM Pattern</a:t>
            </a: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Utilizes Model-View-ViewModel to separate UI components from business logic and data state.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904875" y="2210246"/>
            <a:ext cx="4953000" cy="961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Dependency Injection</a:t>
            </a: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Implements Dagger-Hilt for modular, scalable, and easily testable code architecture.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904875" y="3410098"/>
            <a:ext cx="4953000" cy="961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Remote Data Flow</a:t>
            </a: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Retrofit handles fetching structured JSON data from the OpenWeatherMap REST API.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904875" y="4609951"/>
            <a:ext cx="4953000" cy="961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Local Data Flow</a:t>
            </a: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Room Persistence Library securely caches data for offline access and manages Favorites.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904875" y="5809803"/>
            <a:ext cx="4953000" cy="961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The Repository</a:t>
            </a: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Acts as the "Single Source of Truth", intelligently routing between network fetch or DB load.</a:t>
            </a:r>
            <a:endParaRPr/>
          </a:p>
        </p:txBody>
      </p:sp>
      <p:pic>
        <p:nvPicPr>
          <p:cNvPr id="161" name="Google Shape;16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05575" y="1733550"/>
            <a:ext cx="4943475" cy="455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1043731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2243583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3443436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1500" y="4643288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71500" y="5843141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972175" y="1047750"/>
            <a:ext cx="5998150" cy="524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8"/>
          <p:cNvSpPr txBox="1"/>
          <p:nvPr/>
        </p:nvSpPr>
        <p:spPr>
          <a:xfrm>
            <a:off x="571500" y="466725"/>
            <a:ext cx="11601450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External </a:t>
            </a:r>
            <a:r>
              <a:rPr lang="en-US" sz="33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Libraries</a:t>
            </a:r>
            <a:endParaRPr/>
          </a:p>
        </p:txBody>
      </p:sp>
      <p:sp>
        <p:nvSpPr>
          <p:cNvPr id="173" name="Google Shape;173;p18"/>
          <p:cNvSpPr/>
          <p:nvPr/>
        </p:nvSpPr>
        <p:spPr>
          <a:xfrm>
            <a:off x="571500" y="122872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571500" y="1628775"/>
            <a:ext cx="5334000" cy="133350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 txBox="1"/>
          <p:nvPr/>
        </p:nvSpPr>
        <p:spPr>
          <a:xfrm>
            <a:off x="1285875" y="1866900"/>
            <a:ext cx="43815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Networking (Retrofit &amp; Gson)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Handles asynchronous API communication and JSON serialization robustly.</a:t>
            </a:r>
            <a:endParaRPr/>
          </a:p>
        </p:txBody>
      </p:sp>
      <p:sp>
        <p:nvSpPr>
          <p:cNvPr id="176" name="Google Shape;176;p18"/>
          <p:cNvSpPr/>
          <p:nvPr/>
        </p:nvSpPr>
        <p:spPr>
          <a:xfrm>
            <a:off x="6286500" y="1628775"/>
            <a:ext cx="5334000" cy="133350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 txBox="1"/>
          <p:nvPr/>
        </p:nvSpPr>
        <p:spPr>
          <a:xfrm>
            <a:off x="7000875" y="1866900"/>
            <a:ext cx="43815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Database (Room)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Provides an abstraction layer over SQLite for smooth local data storage.</a:t>
            </a: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571500" y="3343275"/>
            <a:ext cx="5334000" cy="133350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1285875" y="3581400"/>
            <a:ext cx="43815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Injection (Dagger-Hilt)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Manages lifecycle-aware dependency injection automatically across the app.</a:t>
            </a:r>
            <a:endParaRPr/>
          </a:p>
        </p:txBody>
      </p:sp>
      <p:sp>
        <p:nvSpPr>
          <p:cNvPr id="180" name="Google Shape;180;p18"/>
          <p:cNvSpPr/>
          <p:nvPr/>
        </p:nvSpPr>
        <p:spPr>
          <a:xfrm>
            <a:off x="6286500" y="3343275"/>
            <a:ext cx="5334000" cy="133350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 txBox="1"/>
          <p:nvPr/>
        </p:nvSpPr>
        <p:spPr>
          <a:xfrm>
            <a:off x="7000875" y="3581400"/>
            <a:ext cx="43815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Image Loading (Glide)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Efficiently fetches and caches high-quality weather icons from the web.</a:t>
            </a:r>
            <a:endParaRPr/>
          </a:p>
        </p:txBody>
      </p:sp>
      <p:sp>
        <p:nvSpPr>
          <p:cNvPr id="182" name="Google Shape;182;p18"/>
          <p:cNvSpPr/>
          <p:nvPr/>
        </p:nvSpPr>
        <p:spPr>
          <a:xfrm>
            <a:off x="571500" y="5057775"/>
            <a:ext cx="5334000" cy="133350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 txBox="1"/>
          <p:nvPr/>
        </p:nvSpPr>
        <p:spPr>
          <a:xfrm>
            <a:off x="1285875" y="5295900"/>
            <a:ext cx="43815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Background Tasks (WorkManager)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Ensures scheduled weather updates execute reliably even if the app is closed.</a:t>
            </a:r>
            <a:endParaRPr/>
          </a:p>
        </p:txBody>
      </p:sp>
      <p:sp>
        <p:nvSpPr>
          <p:cNvPr id="184" name="Google Shape;184;p18"/>
          <p:cNvSpPr/>
          <p:nvPr/>
        </p:nvSpPr>
        <p:spPr>
          <a:xfrm>
            <a:off x="6286500" y="5057775"/>
            <a:ext cx="5334000" cy="133350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/>
        </p:nvSpPr>
        <p:spPr>
          <a:xfrm>
            <a:off x="7000875" y="5295900"/>
            <a:ext cx="43815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Cloud Services (Firebase)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Powers secure user authentication (Auth) and preference syncing (Firestore).</a:t>
            </a:r>
            <a:endParaRPr/>
          </a:p>
        </p:txBody>
      </p:sp>
      <p:pic>
        <p:nvPicPr>
          <p:cNvPr id="186" name="Google Shape;18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" y="1857375"/>
            <a:ext cx="3810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24625" y="1857375"/>
            <a:ext cx="3048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9625" y="3571875"/>
            <a:ext cx="2286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524625" y="3571875"/>
            <a:ext cx="3048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5286375"/>
            <a:ext cx="3048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24625" y="5286375"/>
            <a:ext cx="266700" cy="32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136874"/>
            <a:ext cx="3492549" cy="3746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2136874"/>
            <a:ext cx="3492549" cy="3746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2136874"/>
            <a:ext cx="3492549" cy="3746301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9"/>
          <p:cNvSpPr txBox="1"/>
          <p:nvPr/>
        </p:nvSpPr>
        <p:spPr>
          <a:xfrm>
            <a:off x="571500" y="571500"/>
            <a:ext cx="11601450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Key Code </a:t>
            </a:r>
            <a:r>
              <a:rPr lang="en-US" sz="33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Methods</a:t>
            </a:r>
            <a:endParaRPr/>
          </a:p>
        </p:txBody>
      </p:sp>
      <p:sp>
        <p:nvSpPr>
          <p:cNvPr id="200" name="Google Shape;200;p19"/>
          <p:cNvSpPr/>
          <p:nvPr/>
        </p:nvSpPr>
        <p:spPr>
          <a:xfrm>
            <a:off x="571500" y="1333500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9"/>
          <p:cNvSpPr txBox="1"/>
          <p:nvPr/>
        </p:nvSpPr>
        <p:spPr>
          <a:xfrm>
            <a:off x="904875" y="3260824"/>
            <a:ext cx="2967089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refreshForecast()</a:t>
            </a:r>
            <a:endParaRPr/>
          </a:p>
        </p:txBody>
      </p:sp>
      <p:sp>
        <p:nvSpPr>
          <p:cNvPr id="202" name="Google Shape;202;p19"/>
          <p:cNvSpPr txBox="1"/>
          <p:nvPr/>
        </p:nvSpPr>
        <p:spPr>
          <a:xfrm>
            <a:off x="904875" y="3737074"/>
            <a:ext cx="2825799" cy="1812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Located in the </a:t>
            </a:r>
            <a:r>
              <a:rPr lang="en-US" sz="1275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WeatherRepository</a:t>
            </a:r>
            <a:r>
              <a:rPr lang="en-US" sz="12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Implements the "Offline-First" approach. It fetches live data from the API and immediately updates the local Room DB, ensuring UI observes the freshest data without lag.</a:t>
            </a:r>
            <a:endParaRPr/>
          </a:p>
        </p:txBody>
      </p:sp>
      <p:sp>
        <p:nvSpPr>
          <p:cNvPr id="203" name="Google Shape;203;p19"/>
          <p:cNvSpPr txBox="1"/>
          <p:nvPr/>
        </p:nvSpPr>
        <p:spPr>
          <a:xfrm>
            <a:off x="4683174" y="3260824"/>
            <a:ext cx="2967089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loadWeather...()</a:t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4683174" y="3737074"/>
            <a:ext cx="2825799" cy="1812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Housed in the </a:t>
            </a:r>
            <a:r>
              <a:rPr lang="en-US" sz="1275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HomeViewModel</a:t>
            </a:r>
            <a:r>
              <a:rPr lang="en-US" sz="12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Leverages Kotlin Coroutines via viewModelScope to fetch data asynchronously on background dispatchers, preventing any UI thread blocking or application stutter.</a:t>
            </a:r>
            <a:endParaRPr/>
          </a:p>
        </p:txBody>
      </p:sp>
      <p:sp>
        <p:nvSpPr>
          <p:cNvPr id="205" name="Google Shape;205;p19"/>
          <p:cNvSpPr txBox="1"/>
          <p:nvPr/>
        </p:nvSpPr>
        <p:spPr>
          <a:xfrm>
            <a:off x="8461474" y="3260824"/>
            <a:ext cx="2967089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doWork()</a:t>
            </a:r>
            <a:endParaRPr/>
          </a:p>
        </p:txBody>
      </p:sp>
      <p:sp>
        <p:nvSpPr>
          <p:cNvPr id="206" name="Google Shape;206;p19"/>
          <p:cNvSpPr txBox="1"/>
          <p:nvPr/>
        </p:nvSpPr>
        <p:spPr>
          <a:xfrm>
            <a:off x="8461474" y="3737074"/>
            <a:ext cx="2825799" cy="1553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Inside the </a:t>
            </a:r>
            <a:r>
              <a:rPr lang="en-US" sz="1275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WeatherWorker</a:t>
            </a:r>
            <a:r>
              <a:rPr lang="en-US" sz="127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class. Demonstrates the power of WorkManager to execute critical background syncing, ensuring the user always wakes up to updated forecast data.</a:t>
            </a:r>
            <a:endParaRPr/>
          </a:p>
        </p:txBody>
      </p:sp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4875" y="2555974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83174" y="2555974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61474" y="2555974"/>
            <a:ext cx="5715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52637"/>
            <a:ext cx="3492549" cy="3914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9799" y="2052637"/>
            <a:ext cx="3492549" cy="3914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8099" y="2052637"/>
            <a:ext cx="3492549" cy="3914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2052637"/>
            <a:ext cx="3492549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49799" y="2052637"/>
            <a:ext cx="3492549" cy="20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128099" y="2052637"/>
            <a:ext cx="3492549" cy="2095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0"/>
          <p:cNvSpPr txBox="1"/>
          <p:nvPr/>
        </p:nvSpPr>
        <p:spPr>
          <a:xfrm>
            <a:off x="571500" y="571500"/>
            <a:ext cx="11601450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Advanced </a:t>
            </a:r>
            <a:r>
              <a:rPr lang="en-US" sz="33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Features</a:t>
            </a:r>
            <a:endParaRPr/>
          </a:p>
        </p:txBody>
      </p:sp>
      <p:sp>
        <p:nvSpPr>
          <p:cNvPr id="221" name="Google Shape;221;p20"/>
          <p:cNvSpPr/>
          <p:nvPr/>
        </p:nvSpPr>
        <p:spPr>
          <a:xfrm>
            <a:off x="571500" y="1333500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0"/>
          <p:cNvSpPr txBox="1"/>
          <p:nvPr/>
        </p:nvSpPr>
        <p:spPr>
          <a:xfrm>
            <a:off x="809625" y="4386262"/>
            <a:ext cx="3167114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Background Updates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809625" y="4814887"/>
            <a:ext cx="301629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Utilizes Android's WorkManager for periodic background syncing, optimizing battery usage while keeping data perfectly fresh.</a:t>
            </a:r>
            <a:endParaRPr/>
          </a:p>
        </p:txBody>
      </p:sp>
      <p:pic>
        <p:nvPicPr>
          <p:cNvPr id="224" name="Google Shape;224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349799" y="2052637"/>
            <a:ext cx="3492549" cy="2095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0"/>
          <p:cNvSpPr txBox="1"/>
          <p:nvPr/>
        </p:nvSpPr>
        <p:spPr>
          <a:xfrm>
            <a:off x="4587924" y="4386262"/>
            <a:ext cx="3167114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Location Services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4587924" y="4814887"/>
            <a:ext cx="301629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Deep integration with Google Play Services to automatically and accurately detect the user's current city based on device sensors.</a:t>
            </a:r>
            <a:endParaRPr/>
          </a:p>
        </p:txBody>
      </p:sp>
      <p:pic>
        <p:nvPicPr>
          <p:cNvPr id="227" name="Google Shape;227;p20"/>
          <p:cNvPicPr preferRelativeResize="0"/>
          <p:nvPr/>
        </p:nvPicPr>
        <p:blipFill rotWithShape="1">
          <a:blip r:embed="rId10">
            <a:alphaModFix/>
          </a:blip>
          <a:srcRect t="19998" b="20004"/>
          <a:stretch/>
        </p:blipFill>
        <p:spPr>
          <a:xfrm>
            <a:off x="8128099" y="2052637"/>
            <a:ext cx="3492549" cy="2095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0"/>
          <p:cNvSpPr txBox="1"/>
          <p:nvPr/>
        </p:nvSpPr>
        <p:spPr>
          <a:xfrm>
            <a:off x="8366224" y="4386262"/>
            <a:ext cx="3167114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Modern UI &amp; Firebase</a:t>
            </a:r>
            <a:endParaRPr/>
          </a:p>
        </p:txBody>
      </p:sp>
      <p:sp>
        <p:nvSpPr>
          <p:cNvPr id="229" name="Google Shape;229;p20"/>
          <p:cNvSpPr txBox="1"/>
          <p:nvPr/>
        </p:nvSpPr>
        <p:spPr>
          <a:xfrm>
            <a:off x="8366224" y="4814887"/>
            <a:ext cx="3016299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Features fluid Motion animations, Material 3 design principles, and a robust Firebase login system for cloud preference storage.</a:t>
            </a:r>
            <a:endParaRPr/>
          </a:p>
        </p:txBody>
      </p:sp>
      <p:pic>
        <p:nvPicPr>
          <p:cNvPr id="230" name="Google Shape;230;p2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71500" y="2075150"/>
            <a:ext cx="3492551" cy="201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4349800" y="2075150"/>
            <a:ext cx="3492550" cy="201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939379"/>
            <a:ext cx="5334000" cy="41412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86500" y="1939379"/>
            <a:ext cx="5334000" cy="414129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1"/>
          <p:cNvSpPr txBox="1"/>
          <p:nvPr/>
        </p:nvSpPr>
        <p:spPr>
          <a:xfrm>
            <a:off x="571500" y="571500"/>
            <a:ext cx="11601450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Challenges &amp; </a:t>
            </a:r>
            <a:r>
              <a:rPr lang="en-US" sz="33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Solutions</a:t>
            </a:r>
            <a:endParaRPr/>
          </a:p>
        </p:txBody>
      </p:sp>
      <p:sp>
        <p:nvSpPr>
          <p:cNvPr id="239" name="Google Shape;239;p21"/>
          <p:cNvSpPr/>
          <p:nvPr/>
        </p:nvSpPr>
        <p:spPr>
          <a:xfrm>
            <a:off x="571500" y="1333500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 txBox="1"/>
          <p:nvPr/>
        </p:nvSpPr>
        <p:spPr>
          <a:xfrm>
            <a:off x="1009650" y="2320379"/>
            <a:ext cx="4740592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UI State &amp; Rotation</a:t>
            </a:r>
            <a:endParaRPr/>
          </a:p>
        </p:txBody>
      </p:sp>
      <p:sp>
        <p:nvSpPr>
          <p:cNvPr id="241" name="Google Shape;241;p21"/>
          <p:cNvSpPr txBox="1"/>
          <p:nvPr/>
        </p:nvSpPr>
        <p:spPr>
          <a:xfrm>
            <a:off x="1009650" y="2996654"/>
            <a:ext cx="4740592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The Challenge:</a:t>
            </a:r>
            <a:endParaRPr/>
          </a:p>
        </p:txBody>
      </p:sp>
      <p:sp>
        <p:nvSpPr>
          <p:cNvPr id="242" name="Google Shape;242;p21"/>
          <p:cNvSpPr txBox="1"/>
          <p:nvPr/>
        </p:nvSpPr>
        <p:spPr>
          <a:xfrm>
            <a:off x="1009650" y="3406229"/>
            <a:ext cx="451485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Handling configuration changes (like device rotation) seamlessly without losing fetched data or causing redundant, expensive API calls.</a:t>
            </a:r>
            <a:endParaRPr/>
          </a:p>
        </p:txBody>
      </p:sp>
      <p:sp>
        <p:nvSpPr>
          <p:cNvPr id="243" name="Google Shape;243;p21"/>
          <p:cNvSpPr txBox="1"/>
          <p:nvPr/>
        </p:nvSpPr>
        <p:spPr>
          <a:xfrm>
            <a:off x="1009650" y="4467225"/>
            <a:ext cx="4740592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The Solution:</a:t>
            </a:r>
            <a:endParaRPr/>
          </a:p>
        </p:txBody>
      </p:sp>
      <p:sp>
        <p:nvSpPr>
          <p:cNvPr id="244" name="Google Shape;244;p21"/>
          <p:cNvSpPr txBox="1"/>
          <p:nvPr/>
        </p:nvSpPr>
        <p:spPr>
          <a:xfrm>
            <a:off x="1009650" y="4876800"/>
            <a:ext cx="451485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Implemented architecture strictly using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ViewModel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and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LiveData/StateFlow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to persist UI state cleanly across the entire lifecycle.</a:t>
            </a:r>
            <a:endParaRPr/>
          </a:p>
        </p:txBody>
      </p:sp>
      <p:sp>
        <p:nvSpPr>
          <p:cNvPr id="245" name="Google Shape;245;p21"/>
          <p:cNvSpPr txBox="1"/>
          <p:nvPr/>
        </p:nvSpPr>
        <p:spPr>
          <a:xfrm>
            <a:off x="6724650" y="2320379"/>
            <a:ext cx="4740592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Network Resiliency</a:t>
            </a:r>
            <a:endParaRPr/>
          </a:p>
        </p:txBody>
      </p:sp>
      <p:sp>
        <p:nvSpPr>
          <p:cNvPr id="246" name="Google Shape;246;p21"/>
          <p:cNvSpPr txBox="1"/>
          <p:nvPr/>
        </p:nvSpPr>
        <p:spPr>
          <a:xfrm>
            <a:off x="6724650" y="2996654"/>
            <a:ext cx="4740592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The Challenge:</a:t>
            </a:r>
            <a:endParaRPr/>
          </a:p>
        </p:txBody>
      </p:sp>
      <p:sp>
        <p:nvSpPr>
          <p:cNvPr id="247" name="Google Shape;247;p21"/>
          <p:cNvSpPr txBox="1"/>
          <p:nvPr/>
        </p:nvSpPr>
        <p:spPr>
          <a:xfrm>
            <a:off x="6724650" y="3406229"/>
            <a:ext cx="451485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Dealing with strict API Rate limits from OpenWeatherMap and maintaining full application usability when the device is completely offline.</a:t>
            </a:r>
            <a:endParaRPr/>
          </a:p>
        </p:txBody>
      </p:sp>
      <p:sp>
        <p:nvSpPr>
          <p:cNvPr id="248" name="Google Shape;248;p21"/>
          <p:cNvSpPr txBox="1"/>
          <p:nvPr/>
        </p:nvSpPr>
        <p:spPr>
          <a:xfrm>
            <a:off x="6724650" y="4467225"/>
            <a:ext cx="4740592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The Solution:</a:t>
            </a:r>
            <a:endParaRPr/>
          </a:p>
        </p:txBody>
      </p:sp>
      <p:sp>
        <p:nvSpPr>
          <p:cNvPr id="249" name="Google Shape;249;p21"/>
          <p:cNvSpPr txBox="1"/>
          <p:nvPr/>
        </p:nvSpPr>
        <p:spPr>
          <a:xfrm>
            <a:off x="6724650" y="4876800"/>
            <a:ext cx="451485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Engineered a robust </a:t>
            </a:r>
            <a:r>
              <a:rPr lang="en-US" sz="1350" b="1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Room Database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cache layer. The app acts offline-first, loading local data immediately while silently syncing via network.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22"/>
          <p:cNvPicPr preferRelativeResize="0"/>
          <p:nvPr/>
        </p:nvPicPr>
        <p:blipFill rotWithShape="1">
          <a:blip r:embed="rId3">
            <a:alphaModFix/>
          </a:blip>
          <a:srcRect t="6754" b="6763"/>
          <a:stretch/>
        </p:blipFill>
        <p:spPr>
          <a:xfrm>
            <a:off x="6334125" y="1724025"/>
            <a:ext cx="5286374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539625" y="285484"/>
            <a:ext cx="116016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Conclusion &amp; </a:t>
            </a:r>
            <a:r>
              <a:rPr lang="en-US" sz="33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Future Scope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39625" y="840258"/>
            <a:ext cx="110490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2"/>
          <p:cNvSpPr txBox="1"/>
          <p:nvPr/>
        </p:nvSpPr>
        <p:spPr>
          <a:xfrm>
            <a:off x="904875" y="993033"/>
            <a:ext cx="4953000" cy="10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66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Current State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We have a fully functional, highly reactive MVVM weather application that successfully bridges local caching with remote data syncing.</a:t>
            </a:r>
            <a:endParaRPr/>
          </a:p>
        </p:txBody>
      </p:sp>
      <p:sp>
        <p:nvSpPr>
          <p:cNvPr id="258" name="Google Shape;258;p22"/>
          <p:cNvSpPr txBox="1"/>
          <p:nvPr/>
        </p:nvSpPr>
        <p:spPr>
          <a:xfrm>
            <a:off x="904875" y="2615951"/>
            <a:ext cx="4953000" cy="1251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66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Widgets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Planned development of interactive home screen widgets for immediate glanceability without opening the app.</a:t>
            </a:r>
            <a:endParaRPr/>
          </a:p>
        </p:txBody>
      </p:sp>
      <p:sp>
        <p:nvSpPr>
          <p:cNvPr id="259" name="Google Shape;259;p22"/>
          <p:cNvSpPr txBox="1"/>
          <p:nvPr/>
        </p:nvSpPr>
        <p:spPr>
          <a:xfrm>
            <a:off x="904875" y="4105275"/>
            <a:ext cx="4953000" cy="1251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66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Radar Integration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Incorporating real-time, animated radar maps to visually track incoming storms and precipitation.</a:t>
            </a:r>
            <a:endParaRPr/>
          </a:p>
        </p:txBody>
      </p:sp>
      <p:sp>
        <p:nvSpPr>
          <p:cNvPr id="260" name="Google Shape;260;p22"/>
          <p:cNvSpPr txBox="1"/>
          <p:nvPr/>
        </p:nvSpPr>
        <p:spPr>
          <a:xfrm>
            <a:off x="904875" y="5594598"/>
            <a:ext cx="4953000" cy="1263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66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Provider Expansion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Abstracting the repository further to support multiple weather providers (e.g., AccuWeather, WeatherAPI) as fallbacks.</a:t>
            </a:r>
            <a:endParaRPr/>
          </a:p>
        </p:txBody>
      </p:sp>
      <p:pic>
        <p:nvPicPr>
          <p:cNvPr id="261" name="Google Shape;261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57213" y="993020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649289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1386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5627935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768</Words>
  <Application>Microsoft Office PowerPoint</Application>
  <PresentationFormat>Widescreen</PresentationFormat>
  <Paragraphs>68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Inter</vt:lpstr>
      <vt:lpstr>Poppins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Liran</dc:creator>
  <cp:lastModifiedBy>Liran Cordova</cp:lastModifiedBy>
  <cp:revision>2</cp:revision>
  <dcterms:modified xsi:type="dcterms:W3CDTF">2026-05-30T06:42:03Z</dcterms:modified>
</cp:coreProperties>
</file>